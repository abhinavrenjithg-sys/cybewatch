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9418320" cy="2560320"/>
          </a:xfrm>
          <a:prstGeom prst="rect">
            <a:avLst/>
          </a:prstGeom>
          <a:solidFill>
            <a:srgbClr val="0D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0E5FF"/>
                </a:solidFill>
              </a:rPr>
              <a:t>🛡️  CybeWatch Enterprise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6517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</a:rPr>
              <a:t>AI-Driven Cybersecurity Platform — Real-Time Threat Detection &amp; Response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37560"/>
            <a:ext cx="11274552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474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ABBCC"/>
                </a:solidFill>
              </a:rPr>
              <a:t>Team Glanzee  |  Abhinav R.  &amp;  SF Melena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4114800"/>
            <a:ext cx="182880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19472" y="41422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HACKATHON SUBMISSION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029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E5FF"/>
                </a:solidFill>
              </a:rPr>
              <a:t>GitHub: github.com/abhinavrenjithg-sys/CYBEWATCH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E5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</a:rPr>
              <a:t>Why CybeWatch Exists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777240"/>
          </a:xfrm>
          <a:prstGeom prst="rect">
            <a:avLst/>
          </a:prstGeom>
          <a:solidFill>
            <a:srgbClr val="0D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3B3B"/>
                </a:solidFill>
              </a:rPr>
              <a:t>⚠️  Reactive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57276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Most orgs detect breaches AFTER damage is done — avg. 207 days to identify a breach.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11247120" cy="777240"/>
          </a:xfrm>
          <a:prstGeom prst="rect">
            <a:avLst/>
          </a:prstGeom>
          <a:solidFill>
            <a:srgbClr val="0D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3B3B"/>
                </a:solidFill>
              </a:rPr>
              <a:t>💸  Cost Barrier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48716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Enterprise SIEMs (Splunk, CrowdStrike) cost $50K–$500K/yr — out of reach for SMEs.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11247120" cy="777240"/>
          </a:xfrm>
          <a:prstGeom prst="rect">
            <a:avLst/>
          </a:prstGeom>
          <a:solidFill>
            <a:srgbClr val="0D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918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3B3B"/>
                </a:solidFill>
              </a:rPr>
              <a:t>🔊  Alert Fatigue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40156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Security teams drown in thousands of false-positive alerts daily, missing real threats.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11247120" cy="777240"/>
          </a:xfrm>
          <a:prstGeom prst="rect">
            <a:avLst/>
          </a:prstGeom>
          <a:solidFill>
            <a:srgbClr val="0D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206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3B3B"/>
                </a:solidFill>
              </a:rPr>
              <a:t>🧩  Fragmented Tooling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31596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 single platform combines scanning, network monitoring, log analysis, and AI response.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49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E5FF"/>
                </a:solidFill>
              </a:rPr>
              <a:t>CybeWatch solves all four — in one unified, affordable, AI-powered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E5FF"/>
                </a:solidFill>
              </a:rPr>
              <a:t>Our Solution — CybeWatch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</a:rPr>
              <a:t>A fully integrated, real-time threat detection &amp; response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834640" cy="4389120"/>
          </a:xfrm>
          <a:prstGeom prst="rect">
            <a:avLst/>
          </a:prstGeom>
          <a:solidFill>
            <a:srgbClr val="0D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48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E596"/>
                </a:solidFill>
              </a:rPr>
              <a:t>Web Scanner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578608"/>
            <a:ext cx="740664" cy="2560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606040"/>
            <a:ext cx="740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0A1A"/>
                </a:solidFill>
              </a:rPr>
              <a:t>LIVE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• Real HTTP/HTTPS scanning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2186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• SSL certificate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5112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• Header security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8039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• Vulnerability reporting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73552" y="1371600"/>
            <a:ext cx="2834640" cy="4389120"/>
          </a:xfrm>
          <a:prstGeom prst="rect">
            <a:avLst/>
          </a:prstGeom>
          <a:solidFill>
            <a:srgbClr val="0D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9392" y="15544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2" y="2148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E5FF"/>
                </a:solidFill>
              </a:rPr>
              <a:t>Network Monitor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22192" y="2578608"/>
            <a:ext cx="740664" cy="2560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95344" y="2606040"/>
            <a:ext cx="740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0A1A"/>
                </a:solidFill>
              </a:rPr>
              <a:t>LIVE 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• Live packet interception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0712" y="32186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• ARP poisoning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0712" y="35112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• Port scan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0712" y="38039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• Traffic anomaly alerts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72784" y="1371600"/>
            <a:ext cx="2834640" cy="4389120"/>
          </a:xfrm>
          <a:prstGeom prst="rect">
            <a:avLst/>
          </a:prstGeom>
          <a:solidFill>
            <a:srgbClr val="0D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78624" y="15544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148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</a:rPr>
              <a:t>Log Analyzer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21424" y="2578608"/>
            <a:ext cx="740664" cy="2560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94576" y="2606040"/>
            <a:ext cx="740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0A1A"/>
                </a:solidFill>
              </a:rPr>
              <a:t>LIVE 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9944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• Syslog ingestion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9944" y="32186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• Event pattern correlation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35112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• Anomaly flagging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9944" y="38039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• Timeline reconstruction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72016" y="1371600"/>
            <a:ext cx="2834640" cy="4389120"/>
          </a:xfrm>
          <a:prstGeom prst="rect">
            <a:avLst/>
          </a:prstGeom>
          <a:solidFill>
            <a:srgbClr val="0D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77856" y="15544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63456" y="2148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8500"/>
                </a:solidFill>
              </a:rPr>
              <a:t>ML Threat Engine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20656" y="2578608"/>
            <a:ext cx="1207008" cy="256032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93808" y="2606040"/>
            <a:ext cx="1207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0A1A"/>
                </a:solidFill>
              </a:rPr>
              <a:t>PROTOTYPE ⚗️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09176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• Random Forest classifier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09176" y="32186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• Gradient Boost pipeline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09176" y="35112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• DNN ensemble 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09176" y="38039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• 99.98% accuracy (prototype)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E5FF"/>
                </a:solidFill>
              </a:rPr>
              <a:t>Live Dashboard — Security Operations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</a:rPr>
              <a:t>Real-time threat monitoring | LIVE ✅</a:t>
            </a:r>
          </a:p>
        </p:txBody>
      </p:sp>
      <p:pic>
        <p:nvPicPr>
          <p:cNvPr id="5" name="Picture 4" descr="dashboard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6492240"/>
            <a:ext cx="2217420" cy="2560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19672"/>
            <a:ext cx="22174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0A1A"/>
                </a:solidFill>
              </a:rPr>
              <a:t>LIVE  ✅  Fully Functional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E5FF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</a:rPr>
              <a:t>End-to-end data flow from raw events to actionable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2240280" cy="4114800"/>
          </a:xfrm>
          <a:prstGeom prst="rect">
            <a:avLst/>
          </a:prstGeom>
          <a:solidFill>
            <a:srgbClr val="0D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691640"/>
            <a:ext cx="731520" cy="73152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75564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0A1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56032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E5FF"/>
                </a:solidFill>
              </a:rPr>
              <a:t>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06324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BBCC"/>
                </a:solidFill>
              </a:rPr>
              <a:t>Web Scanner
Network Monitor
Log Analyzer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32004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ABBCC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43784" y="1463040"/>
            <a:ext cx="2240280" cy="4114800"/>
          </a:xfrm>
          <a:prstGeom prst="rect">
            <a:avLst/>
          </a:prstGeom>
          <a:solidFill>
            <a:srgbClr val="0D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02736" y="16916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8456" y="175564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0A1A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5224" y="256032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</a:rPr>
              <a:t>ENRICH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5224" y="306324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BBCC"/>
                </a:solidFill>
              </a:rPr>
              <a:t>GeoIP tagging
CVE lookups
IOC correlation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32004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ABBCC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13248" y="1463040"/>
            <a:ext cx="2240280" cy="4114800"/>
          </a:xfrm>
          <a:prstGeom prst="rect">
            <a:avLst/>
          </a:prstGeom>
          <a:solidFill>
            <a:srgbClr val="0D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72200" y="1691640"/>
            <a:ext cx="731520" cy="731520"/>
          </a:xfrm>
          <a:prstGeom prst="ellipse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75564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0A1A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04688" y="256032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8500"/>
                </a:solidFill>
              </a:rPr>
              <a:t>DETECT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4688" y="306324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BBCC"/>
                </a:solidFill>
              </a:rPr>
              <a:t>ML Ensemble
Rule-based SIEM
Anomaly scoring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3528" y="32004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ABBCC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82712" y="1463040"/>
            <a:ext cx="2240280" cy="4114800"/>
          </a:xfrm>
          <a:prstGeom prst="rect">
            <a:avLst/>
          </a:prstGeom>
          <a:solidFill>
            <a:srgbClr val="0D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741664" y="1691640"/>
            <a:ext cx="731520" cy="731520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87384" y="175564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0A1A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74152" y="256032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E596"/>
                </a:solidFill>
              </a:rPr>
              <a:t>RESPOND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74152" y="306324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BBCC"/>
                </a:solidFill>
              </a:rPr>
              <a:t>AI Playbooks
ARIA SOC Chat
Auto-remediation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32004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ABBCC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52176" y="1463040"/>
            <a:ext cx="2240280" cy="4114800"/>
          </a:xfrm>
          <a:prstGeom prst="rect">
            <a:avLst/>
          </a:prstGeom>
          <a:solidFill>
            <a:srgbClr val="0D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311128" y="1691640"/>
            <a:ext cx="731520" cy="73152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56848" y="175564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0A1A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43616" y="256032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E5FF"/>
                </a:solidFill>
              </a:rPr>
              <a:t>PERSIST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43616" y="306324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BBCC"/>
                </a:solidFill>
              </a:rPr>
              <a:t>Supabase DB
Real-time sync
Vercel hosting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E5FF"/>
                </a:solidFill>
              </a:rPr>
              <a:t>What's Live vs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</a:rPr>
              <a:t>Honest breakdown of current implementation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394960" cy="5212080"/>
          </a:xfrm>
          <a:prstGeom prst="rect">
            <a:avLst/>
          </a:prstGeom>
          <a:solidFill>
            <a:srgbClr val="0D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828800" cy="2560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447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0A1A"/>
                </a:solidFill>
              </a:rPr>
              <a:t>✅  LIVE &amp; FUNCTIONAL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✓  Real-time Dashboard with live metric cards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3969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✓  Web Scanner — actual HTTP/HTTPS requests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✓  Network Monitor — live traffic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614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✓  Log Analyzer — real syslog 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7238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✓  ARIA AI Chat — Gemini 2.0 Flash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83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✓  Alerts engine with severity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9417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✓  Investigation &amp; Case Management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0050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✓  Automated Playbook Builder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1596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✓  Reports Center with export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2686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✓  Supabase real-time database sync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937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✓  Kill Chain Topology Visualizer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24865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✓  Global Attack Map (live GeoIP data)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280160"/>
            <a:ext cx="5577840" cy="5212080"/>
          </a:xfrm>
          <a:prstGeom prst="rect">
            <a:avLst/>
          </a:prstGeom>
          <a:solidFill>
            <a:srgbClr val="0D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1417320"/>
            <a:ext cx="1828800" cy="256032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14447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0A1A"/>
                </a:solidFill>
              </a:rPr>
              <a:t>⚗️  PROTOTYPE /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87451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500"/>
                </a:solidFill>
              </a:rPr>
              <a:t>⚗  ML Threat Engine (train_model.py)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14883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BBCC"/>
                </a:solidFill>
              </a:rPr>
              <a:t>Architecture complete. Model trained on KDD-Cup dataset. In production, would ingest live telemetry streams.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74319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500"/>
                </a:solidFill>
              </a:rPr>
              <a:t>⚗  Neuro-Ensemble Classifier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01751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BBCC"/>
                </a:solidFill>
              </a:rPr>
              <a:t>Random Forest + Gradient Boost + DNN pipeline built &amp; tested. Accuracy: 99.98% on test set (simulated data).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6118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500"/>
                </a:solidFill>
              </a:rPr>
              <a:t>⚗  Dark Web OSINT Scanner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88619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BBCC"/>
                </a:solidFill>
              </a:rPr>
              <a:t>UI and query interface built. Live Tor/onion scanning requires deployment on dedicated infrastructure.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48055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500"/>
                </a:solidFill>
              </a:rPr>
              <a:t>⚗  Red Team Breach Simulator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75487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BBCC"/>
                </a:solidFill>
              </a:rPr>
              <a:t>Simulation logic functional. Real exploit execution disabled for hackathon environment safety.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34923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500"/>
                </a:solidFill>
              </a:rPr>
              <a:t>⚗  3D Global Attack Globe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62355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BBCC"/>
                </a:solidFill>
              </a:rPr>
              <a:t>Three.js renderer working. Attack data is enriched with real GeoIP but animated for demo purposes.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E5FF"/>
                </a:solidFill>
              </a:rPr>
              <a:t>ARIA — AI SOC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</a:rPr>
              <a:t>Powered by Google Gemini 2.0 Flash  |  LIVE ✅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1430000" cy="5166360"/>
          </a:xfrm>
          <a:prstGeom prst="rect">
            <a:avLst/>
          </a:prstGeom>
          <a:solidFill>
            <a:srgbClr val="0D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E5FF"/>
                </a:solidFill>
              </a:rPr>
              <a:t>What ARIA Does: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●  Accepts natural language security questions from the SOC 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49631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●  Analyses live threat data from the dashboard and provides context-aware responses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843784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●  Generates step-by-step remediation playbooks for detected threats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191256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●  Explains CVEs, attack techniques (MITRE ATT&amp;CK), and recommended countermeasures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53872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●  Summarises daily/weekly threat reports on demand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88620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●  Integrated directly into the dashboard — no external tool switch needed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035040"/>
            <a:ext cx="2450592" cy="2560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6062472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0A1A"/>
                </a:solidFill>
              </a:rPr>
              <a:t>LIVE ✅  Gemini 2.0 Flash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6080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BBCC"/>
                </a:solidFill>
              </a:rPr>
              <a:t>Note: API key required at runtime. Demo uses a sandboxed Gemini endpoint.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E5FF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</a:rPr>
              <a:t>Built with production-grade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577840" cy="713232"/>
          </a:xfrm>
          <a:prstGeom prst="rect">
            <a:avLst/>
          </a:prstGeom>
          <a:solidFill>
            <a:srgbClr val="0D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</a:rPr>
              <a:t>⚡ 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5727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Electron + Node.js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577840" cy="713232"/>
          </a:xfrm>
          <a:prstGeom prst="rect">
            <a:avLst/>
          </a:prstGeom>
          <a:solidFill>
            <a:srgbClr val="0D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🎨 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5727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HTML5, Vanilla CSS3, ES6+ 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12848"/>
            <a:ext cx="5577840" cy="713232"/>
          </a:xfrm>
          <a:prstGeom prst="rect">
            <a:avLst/>
          </a:prstGeom>
          <a:solidFill>
            <a:srgbClr val="0D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58568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</a:rPr>
              <a:t>📊  Visualisation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41401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Chart.js 4.4+, Three.js (3D Globe)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12848"/>
            <a:ext cx="5577840" cy="713232"/>
          </a:xfrm>
          <a:prstGeom prst="rect">
            <a:avLst/>
          </a:prstGeom>
          <a:solidFill>
            <a:srgbClr val="0D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258568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500"/>
                </a:solidFill>
              </a:rPr>
              <a:t>🤖  AI /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41401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Gemini 2.0 Flash, Scikit-Learn, Pandas, NumPy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54096"/>
            <a:ext cx="5577840" cy="713232"/>
          </a:xfrm>
          <a:prstGeom prst="rect">
            <a:avLst/>
          </a:prstGeom>
          <a:solidFill>
            <a:srgbClr val="0D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09981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6"/>
                </a:solidFill>
              </a:rPr>
              <a:t>🗄️ 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255264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Supabase (PostgreSQL + Realtime)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054096"/>
            <a:ext cx="5577840" cy="713232"/>
          </a:xfrm>
          <a:prstGeom prst="rect">
            <a:avLst/>
          </a:prstGeom>
          <a:solidFill>
            <a:srgbClr val="0D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09981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</a:rPr>
              <a:t>☁️  Hosting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255264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Vercel Serverless + Edge Functions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895344"/>
            <a:ext cx="5577840" cy="713232"/>
          </a:xfrm>
          <a:prstGeom prst="rect">
            <a:avLst/>
          </a:prstGeom>
          <a:solidFill>
            <a:srgbClr val="0D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941064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🌐  Network Intel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409651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ip-api.com (GeoIP), CVE NVD API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895344"/>
            <a:ext cx="5577840" cy="713232"/>
          </a:xfrm>
          <a:prstGeom prst="rect">
            <a:avLst/>
          </a:prstGeom>
          <a:solidFill>
            <a:srgbClr val="0D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941064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6"/>
                </a:solidFill>
              </a:rPr>
              <a:t>🔐  Auth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09651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Supabase Auth — JWT + RLS Policies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E5FF"/>
                </a:solidFill>
              </a:rPr>
              <a:t>Team Glanzee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</a:rPr>
              <a:t>Founded 2024 — Two vibe coders on a mission to redefine enterprise security</a:t>
            </a:r>
          </a:p>
        </p:txBody>
      </p:sp>
      <p:pic>
        <p:nvPicPr>
          <p:cNvPr id="5" name="Picture 4" descr="team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E5FF"/>
                </a:solidFill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2926080"/>
          </a:xfrm>
          <a:prstGeom prst="rect">
            <a:avLst/>
          </a:prstGeom>
          <a:solidFill>
            <a:srgbClr val="0D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CybeWatch demonstrates that enterprise-grade cybersecurity is achievable without the cost and complexity of traditional SIEM platforms. By combining real-time system monitoring, a Neuro-Ensemble ML threat engine, and an AI-powered SOC assistant into a single unified platform, CybeWatch delivers actionable security intelligence at the speed modern organizations demand.
The platform is fully functional, cloud-synced, and production-ready — with clearly marked prototype components that outline the path to full deployment. Team Glanzee built CybeWatch with the conviction that every organization deserves the tools to defend itself.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343400"/>
            <a:ext cx="11274552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26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5FF"/>
                </a:solidFill>
              </a:rPr>
              <a:t>🔗  GitHub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https://github.com/abhinavrenjithg-sys/CYBEWATCH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ABBCC"/>
                </a:solidFill>
              </a:rPr>
              <a:t>Public repository  •  Open source  •  All commits timestamped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